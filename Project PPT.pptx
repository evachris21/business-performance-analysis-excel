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22D1C-1132-4711-8099-B92DE9668C11}" v="174" dt="2025-08-21T16:10:30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geline Christina" userId="e4bd814006c8dbc9" providerId="LiveId" clId="{82922D1C-1132-4711-8099-B92DE9668C11}"/>
    <pc:docChg chg="undo custSel addSld delSld modSld">
      <pc:chgData name="Evangeline Christina" userId="e4bd814006c8dbc9" providerId="LiveId" clId="{82922D1C-1132-4711-8099-B92DE9668C11}" dt="2025-08-21T16:25:38.913" v="1365" actId="20577"/>
      <pc:docMkLst>
        <pc:docMk/>
      </pc:docMkLst>
      <pc:sldChg chg="addSp delSp modSp mod">
        <pc:chgData name="Evangeline Christina" userId="e4bd814006c8dbc9" providerId="LiveId" clId="{82922D1C-1132-4711-8099-B92DE9668C11}" dt="2025-08-19T15:22:44.695" v="121" actId="1076"/>
        <pc:sldMkLst>
          <pc:docMk/>
          <pc:sldMk cId="3946934594" sldId="256"/>
        </pc:sldMkLst>
        <pc:spChg chg="mod">
          <ac:chgData name="Evangeline Christina" userId="e4bd814006c8dbc9" providerId="LiveId" clId="{82922D1C-1132-4711-8099-B92DE9668C11}" dt="2025-08-19T15:19:28.273" v="75" actId="1076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Evangeline Christina" userId="e4bd814006c8dbc9" providerId="LiveId" clId="{82922D1C-1132-4711-8099-B92DE9668C11}" dt="2025-08-19T15:22:44.695" v="121" actId="1076"/>
          <ac:spMkLst>
            <pc:docMk/>
            <pc:sldMk cId="3946934594" sldId="256"/>
            <ac:spMk id="3" creationId="{0D537F64-4C96-4AA8-BB21-E8053A3186DD}"/>
          </ac:spMkLst>
        </pc:spChg>
        <pc:spChg chg="add mod">
          <ac:chgData name="Evangeline Christina" userId="e4bd814006c8dbc9" providerId="LiveId" clId="{82922D1C-1132-4711-8099-B92DE9668C11}" dt="2025-08-19T15:19:40.648" v="76" actId="1076"/>
          <ac:spMkLst>
            <pc:docMk/>
            <pc:sldMk cId="3946934594" sldId="256"/>
            <ac:spMk id="7" creationId="{61E28119-2837-23B1-97AD-EDCA5CE43C14}"/>
          </ac:spMkLst>
        </pc:spChg>
        <pc:picChg chg="add mod">
          <ac:chgData name="Evangeline Christina" userId="e4bd814006c8dbc9" providerId="LiveId" clId="{82922D1C-1132-4711-8099-B92DE9668C11}" dt="2025-08-19T15:19:20.351" v="74" actId="1076"/>
          <ac:picMkLst>
            <pc:docMk/>
            <pc:sldMk cId="3946934594" sldId="256"/>
            <ac:picMk id="6" creationId="{B8F6AED9-03E3-6715-AE69-838AB2B59C58}"/>
          </ac:picMkLst>
        </pc:picChg>
      </pc:sldChg>
      <pc:sldChg chg="addSp delSp modSp mod">
        <pc:chgData name="Evangeline Christina" userId="e4bd814006c8dbc9" providerId="LiveId" clId="{82922D1C-1132-4711-8099-B92DE9668C11}" dt="2025-08-21T16:25:38.913" v="1365" actId="20577"/>
        <pc:sldMkLst>
          <pc:docMk/>
          <pc:sldMk cId="2902794312" sldId="257"/>
        </pc:sldMkLst>
        <pc:spChg chg="add del mod">
          <ac:chgData name="Evangeline Christina" userId="e4bd814006c8dbc9" providerId="LiveId" clId="{82922D1C-1132-4711-8099-B92DE9668C11}" dt="2025-08-20T12:31:06.244" v="166"/>
          <ac:spMkLst>
            <pc:docMk/>
            <pc:sldMk cId="2902794312" sldId="257"/>
            <ac:spMk id="3" creationId="{CC0DC17E-E229-9C79-1A39-9445EE1D053C}"/>
          </ac:spMkLst>
        </pc:spChg>
        <pc:spChg chg="mod">
          <ac:chgData name="Evangeline Christina" userId="e4bd814006c8dbc9" providerId="LiveId" clId="{82922D1C-1132-4711-8099-B92DE9668C11}" dt="2025-08-19T15:29:24.351" v="154" actId="1076"/>
          <ac:spMkLst>
            <pc:docMk/>
            <pc:sldMk cId="2902794312" sldId="257"/>
            <ac:spMk id="4" creationId="{E3BD8413-C238-49D7-A4E1-E8FEF1811A0E}"/>
          </ac:spMkLst>
        </pc:spChg>
        <pc:spChg chg="del mod">
          <ac:chgData name="Evangeline Christina" userId="e4bd814006c8dbc9" providerId="LiveId" clId="{82922D1C-1132-4711-8099-B92DE9668C11}" dt="2025-08-20T12:30:44.405" v="163" actId="478"/>
          <ac:spMkLst>
            <pc:docMk/>
            <pc:sldMk cId="2902794312" sldId="257"/>
            <ac:spMk id="5" creationId="{0A95F4DE-39B7-4CE2-BC1E-8B8AE662A895}"/>
          </ac:spMkLst>
        </pc:spChg>
        <pc:spChg chg="add del mod">
          <ac:chgData name="Evangeline Christina" userId="e4bd814006c8dbc9" providerId="LiveId" clId="{82922D1C-1132-4711-8099-B92DE9668C11}" dt="2025-08-20T12:31:30.888" v="172" actId="478"/>
          <ac:spMkLst>
            <pc:docMk/>
            <pc:sldMk cId="2902794312" sldId="257"/>
            <ac:spMk id="7" creationId="{A2EA484D-B08F-3BFF-6CE3-85054A001EA0}"/>
          </ac:spMkLst>
        </pc:spChg>
        <pc:spChg chg="add mod">
          <ac:chgData name="Evangeline Christina" userId="e4bd814006c8dbc9" providerId="LiveId" clId="{82922D1C-1132-4711-8099-B92DE9668C11}" dt="2025-08-21T16:25:38.913" v="1365" actId="20577"/>
          <ac:spMkLst>
            <pc:docMk/>
            <pc:sldMk cId="2902794312" sldId="257"/>
            <ac:spMk id="9" creationId="{55A6800F-4D23-8521-F986-A0762904ACAE}"/>
          </ac:spMkLst>
        </pc:spChg>
        <pc:spChg chg="add del">
          <ac:chgData name="Evangeline Christina" userId="e4bd814006c8dbc9" providerId="LiveId" clId="{82922D1C-1132-4711-8099-B92DE9668C11}" dt="2025-08-20T12:54:33.592" v="260" actId="478"/>
          <ac:spMkLst>
            <pc:docMk/>
            <pc:sldMk cId="2902794312" sldId="257"/>
            <ac:spMk id="12" creationId="{51B7BAC1-D813-DD8F-F1C8-52CD4919C954}"/>
          </ac:spMkLst>
        </pc:spChg>
        <pc:picChg chg="add mod">
          <ac:chgData name="Evangeline Christina" userId="e4bd814006c8dbc9" providerId="LiveId" clId="{82922D1C-1132-4711-8099-B92DE9668C11}" dt="2025-08-20T12:54:49.755" v="262" actId="1440"/>
          <ac:picMkLst>
            <pc:docMk/>
            <pc:sldMk cId="2902794312" sldId="257"/>
            <ac:picMk id="11" creationId="{EADDDB15-E529-238D-76CA-066C9C7FF0A9}"/>
          </ac:picMkLst>
        </pc:picChg>
      </pc:sldChg>
      <pc:sldChg chg="addSp delSp modSp mod">
        <pc:chgData name="Evangeline Christina" userId="e4bd814006c8dbc9" providerId="LiveId" clId="{82922D1C-1132-4711-8099-B92DE9668C11}" dt="2025-08-21T11:29:20.787" v="1028" actId="1038"/>
        <pc:sldMkLst>
          <pc:docMk/>
          <pc:sldMk cId="3733486012" sldId="258"/>
        </pc:sldMkLst>
        <pc:spChg chg="add mod">
          <ac:chgData name="Evangeline Christina" userId="e4bd814006c8dbc9" providerId="LiveId" clId="{82922D1C-1132-4711-8099-B92DE9668C11}" dt="2025-08-21T11:29:20.787" v="1028" actId="1038"/>
          <ac:spMkLst>
            <pc:docMk/>
            <pc:sldMk cId="3733486012" sldId="258"/>
            <ac:spMk id="3" creationId="{FFF48F2F-43DB-19CE-8F58-8A6DC3F5B1FD}"/>
          </ac:spMkLst>
        </pc:spChg>
        <pc:spChg chg="add del mod">
          <ac:chgData name="Evangeline Christina" userId="e4bd814006c8dbc9" providerId="LiveId" clId="{82922D1C-1132-4711-8099-B92DE9668C11}" dt="2025-08-20T15:38:19.468" v="543" actId="478"/>
          <ac:spMkLst>
            <pc:docMk/>
            <pc:sldMk cId="3733486012" sldId="258"/>
            <ac:spMk id="5" creationId="{4073BFBA-6A31-27B1-D6A1-79ABE5775490}"/>
          </ac:spMkLst>
        </pc:spChg>
        <pc:spChg chg="add mod">
          <ac:chgData name="Evangeline Christina" userId="e4bd814006c8dbc9" providerId="LiveId" clId="{82922D1C-1132-4711-8099-B92DE9668C11}" dt="2025-08-20T15:47:21.058" v="642" actId="1076"/>
          <ac:spMkLst>
            <pc:docMk/>
            <pc:sldMk cId="3733486012" sldId="258"/>
            <ac:spMk id="6" creationId="{BE250D7C-605E-E49D-D827-EC2933A15E73}"/>
          </ac:spMkLst>
        </pc:spChg>
        <pc:spChg chg="del mod">
          <ac:chgData name="Evangeline Christina" userId="e4bd814006c8dbc9" providerId="LiveId" clId="{82922D1C-1132-4711-8099-B92DE9668C11}" dt="2025-08-20T15:40:11.750" v="585" actId="478"/>
          <ac:spMkLst>
            <pc:docMk/>
            <pc:sldMk cId="3733486012" sldId="258"/>
            <ac:spMk id="7" creationId="{7875C19A-1AAE-476A-A316-A2CF92D763D3}"/>
          </ac:spMkLst>
        </pc:spChg>
        <pc:spChg chg="add del mod">
          <ac:chgData name="Evangeline Christina" userId="e4bd814006c8dbc9" providerId="LiveId" clId="{82922D1C-1132-4711-8099-B92DE9668C11}" dt="2025-08-20T15:42:15.716" v="601" actId="478"/>
          <ac:spMkLst>
            <pc:docMk/>
            <pc:sldMk cId="3733486012" sldId="258"/>
            <ac:spMk id="8" creationId="{A5D4C0EA-0AC0-9CE4-DA57-B180115457EF}"/>
          </ac:spMkLst>
        </pc:spChg>
        <pc:spChg chg="add del">
          <ac:chgData name="Evangeline Christina" userId="e4bd814006c8dbc9" providerId="LiveId" clId="{82922D1C-1132-4711-8099-B92DE9668C11}" dt="2025-08-20T15:42:15.716" v="601" actId="478"/>
          <ac:spMkLst>
            <pc:docMk/>
            <pc:sldMk cId="3733486012" sldId="258"/>
            <ac:spMk id="9" creationId="{E7BBCC76-AB36-A9A1-E557-B34221ADA1C7}"/>
          </ac:spMkLst>
        </pc:spChg>
        <pc:spChg chg="del mod">
          <ac:chgData name="Evangeline Christina" userId="e4bd814006c8dbc9" providerId="LiveId" clId="{82922D1C-1132-4711-8099-B92DE9668C11}" dt="2025-08-20T15:38:08.245" v="541" actId="478"/>
          <ac:spMkLst>
            <pc:docMk/>
            <pc:sldMk cId="3733486012" sldId="258"/>
            <ac:spMk id="10" creationId="{EF2BC084-E6DB-4DE7-B309-042A85EBA700}"/>
          </ac:spMkLst>
        </pc:spChg>
        <pc:spChg chg="add del mod">
          <ac:chgData name="Evangeline Christina" userId="e4bd814006c8dbc9" providerId="LiveId" clId="{82922D1C-1132-4711-8099-B92DE9668C11}" dt="2025-08-20T15:43:01.254" v="606" actId="47"/>
          <ac:spMkLst>
            <pc:docMk/>
            <pc:sldMk cId="3733486012" sldId="258"/>
            <ac:spMk id="11" creationId="{DD3A6842-2008-2072-CB85-DB24C9FBC260}"/>
          </ac:spMkLst>
        </pc:spChg>
        <pc:spChg chg="add">
          <ac:chgData name="Evangeline Christina" userId="e4bd814006c8dbc9" providerId="LiveId" clId="{82922D1C-1132-4711-8099-B92DE9668C11}" dt="2025-08-20T15:42:25.501" v="603"/>
          <ac:spMkLst>
            <pc:docMk/>
            <pc:sldMk cId="3733486012" sldId="258"/>
            <ac:spMk id="12" creationId="{B84C1FA1-1675-3404-C5A9-158EBAB2AB8E}"/>
          </ac:spMkLst>
        </pc:spChg>
        <pc:spChg chg="add mod">
          <ac:chgData name="Evangeline Christina" userId="e4bd814006c8dbc9" providerId="LiveId" clId="{82922D1C-1132-4711-8099-B92DE9668C11}" dt="2025-08-20T17:25:30.275" v="720" actId="1076"/>
          <ac:spMkLst>
            <pc:docMk/>
            <pc:sldMk cId="3733486012" sldId="258"/>
            <ac:spMk id="13" creationId="{1A03763B-AACF-69F0-9025-50DA760544D4}"/>
          </ac:spMkLst>
        </pc:spChg>
        <pc:spChg chg="add">
          <ac:chgData name="Evangeline Christina" userId="e4bd814006c8dbc9" providerId="LiveId" clId="{82922D1C-1132-4711-8099-B92DE9668C11}" dt="2025-08-20T15:43:22.224" v="608"/>
          <ac:spMkLst>
            <pc:docMk/>
            <pc:sldMk cId="3733486012" sldId="258"/>
            <ac:spMk id="14" creationId="{C402BEC4-AD9F-A609-C0B2-AA24EA10D9DB}"/>
          </ac:spMkLst>
        </pc:spChg>
        <pc:spChg chg="add mod">
          <ac:chgData name="Evangeline Christina" userId="e4bd814006c8dbc9" providerId="LiveId" clId="{82922D1C-1132-4711-8099-B92DE9668C11}" dt="2025-08-20T15:43:33.487" v="610"/>
          <ac:spMkLst>
            <pc:docMk/>
            <pc:sldMk cId="3733486012" sldId="258"/>
            <ac:spMk id="15" creationId="{C2095A49-2730-6F11-8D64-C9E1E247626E}"/>
          </ac:spMkLst>
        </pc:spChg>
        <pc:spChg chg="add">
          <ac:chgData name="Evangeline Christina" userId="e4bd814006c8dbc9" providerId="LiveId" clId="{82922D1C-1132-4711-8099-B92DE9668C11}" dt="2025-08-20T15:44:13.639" v="617"/>
          <ac:spMkLst>
            <pc:docMk/>
            <pc:sldMk cId="3733486012" sldId="258"/>
            <ac:spMk id="16" creationId="{97D6B6E2-E44B-B563-FC4A-E454B219158F}"/>
          </ac:spMkLst>
        </pc:spChg>
        <pc:spChg chg="add del mod">
          <ac:chgData name="Evangeline Christina" userId="e4bd814006c8dbc9" providerId="LiveId" clId="{82922D1C-1132-4711-8099-B92DE9668C11}" dt="2025-08-20T15:49:34.775" v="645"/>
          <ac:spMkLst>
            <pc:docMk/>
            <pc:sldMk cId="3733486012" sldId="258"/>
            <ac:spMk id="17" creationId="{96E8610B-9256-67CF-CCF1-B99993B2E602}"/>
          </ac:spMkLst>
        </pc:spChg>
        <pc:spChg chg="add mod">
          <ac:chgData name="Evangeline Christina" userId="e4bd814006c8dbc9" providerId="LiveId" clId="{82922D1C-1132-4711-8099-B92DE9668C11}" dt="2025-08-20T17:25:21.619" v="719" actId="20577"/>
          <ac:spMkLst>
            <pc:docMk/>
            <pc:sldMk cId="3733486012" sldId="258"/>
            <ac:spMk id="18" creationId="{93824F99-8F91-B99F-8778-BECCCB2FC199}"/>
          </ac:spMkLst>
        </pc:spChg>
      </pc:sldChg>
      <pc:sldChg chg="addSp delSp modSp mod modClrScheme chgLayout">
        <pc:chgData name="Evangeline Christina" userId="e4bd814006c8dbc9" providerId="LiveId" clId="{82922D1C-1132-4711-8099-B92DE9668C11}" dt="2025-08-21T16:11:13.841" v="1353" actId="5793"/>
        <pc:sldMkLst>
          <pc:docMk/>
          <pc:sldMk cId="709828751" sldId="260"/>
        </pc:sldMkLst>
        <pc:spChg chg="mod ord">
          <ac:chgData name="Evangeline Christina" userId="e4bd814006c8dbc9" providerId="LiveId" clId="{82922D1C-1132-4711-8099-B92DE9668C11}" dt="2025-08-20T13:15:27.043" v="265" actId="700"/>
          <ac:spMkLst>
            <pc:docMk/>
            <pc:sldMk cId="709828751" sldId="260"/>
            <ac:spMk id="2" creationId="{8B065C75-272B-4BB5-BA23-D80E8654D621}"/>
          </ac:spMkLst>
        </pc:spChg>
        <pc:spChg chg="add del mod">
          <ac:chgData name="Evangeline Christina" userId="e4bd814006c8dbc9" providerId="LiveId" clId="{82922D1C-1132-4711-8099-B92DE9668C11}" dt="2025-08-20T13:18:23.757" v="298" actId="478"/>
          <ac:spMkLst>
            <pc:docMk/>
            <pc:sldMk cId="709828751" sldId="260"/>
            <ac:spMk id="3" creationId="{DC7A3EAF-93C5-A788-2A06-2CE307307ECD}"/>
          </ac:spMkLst>
        </pc:spChg>
        <pc:spChg chg="mod ord">
          <ac:chgData name="Evangeline Christina" userId="e4bd814006c8dbc9" providerId="LiveId" clId="{82922D1C-1132-4711-8099-B92DE9668C11}" dt="2025-08-20T13:16:18.692" v="285" actId="2711"/>
          <ac:spMkLst>
            <pc:docMk/>
            <pc:sldMk cId="709828751" sldId="260"/>
            <ac:spMk id="4" creationId="{BD179B88-D43C-4A31-9A52-3498E9430782}"/>
          </ac:spMkLst>
        </pc:spChg>
        <pc:spChg chg="del mod ord">
          <ac:chgData name="Evangeline Christina" userId="e4bd814006c8dbc9" providerId="LiveId" clId="{82922D1C-1132-4711-8099-B92DE9668C11}" dt="2025-08-20T13:16:35.362" v="287" actId="478"/>
          <ac:spMkLst>
            <pc:docMk/>
            <pc:sldMk cId="709828751" sldId="260"/>
            <ac:spMk id="5" creationId="{DCDDBE65-9AB1-4989-AF86-726591A6A128}"/>
          </ac:spMkLst>
        </pc:spChg>
        <pc:spChg chg="add del mod">
          <ac:chgData name="Evangeline Christina" userId="e4bd814006c8dbc9" providerId="LiveId" clId="{82922D1C-1132-4711-8099-B92DE9668C11}" dt="2025-08-20T13:18:19.454" v="297" actId="478"/>
          <ac:spMkLst>
            <pc:docMk/>
            <pc:sldMk cId="709828751" sldId="260"/>
            <ac:spMk id="6" creationId="{4B9C40E2-09D4-4B43-58A3-95A03EAAF9FB}"/>
          </ac:spMkLst>
        </pc:spChg>
        <pc:spChg chg="add del mod">
          <ac:chgData name="Evangeline Christina" userId="e4bd814006c8dbc9" providerId="LiveId" clId="{82922D1C-1132-4711-8099-B92DE9668C11}" dt="2025-08-20T13:18:30.001" v="299" actId="478"/>
          <ac:spMkLst>
            <pc:docMk/>
            <pc:sldMk cId="709828751" sldId="260"/>
            <ac:spMk id="7" creationId="{0F842352-6578-9B4D-E98A-76ACFBBD2E22}"/>
          </ac:spMkLst>
        </pc:spChg>
        <pc:spChg chg="add del mod">
          <ac:chgData name="Evangeline Christina" userId="e4bd814006c8dbc9" providerId="LiveId" clId="{82922D1C-1132-4711-8099-B92DE9668C11}" dt="2025-08-20T13:19:01.380" v="306"/>
          <ac:spMkLst>
            <pc:docMk/>
            <pc:sldMk cId="709828751" sldId="260"/>
            <ac:spMk id="8" creationId="{7BD377BE-8CD3-63B6-7B16-80C29BE7612C}"/>
          </ac:spMkLst>
        </pc:spChg>
        <pc:spChg chg="add mod">
          <ac:chgData name="Evangeline Christina" userId="e4bd814006c8dbc9" providerId="LiveId" clId="{82922D1C-1132-4711-8099-B92DE9668C11}" dt="2025-08-20T13:49:24.956" v="512" actId="1076"/>
          <ac:spMkLst>
            <pc:docMk/>
            <pc:sldMk cId="709828751" sldId="260"/>
            <ac:spMk id="9" creationId="{58DFAA59-96E0-FDD8-247C-C56C567C56F1}"/>
          </ac:spMkLst>
        </pc:spChg>
        <pc:spChg chg="add del mod">
          <ac:chgData name="Evangeline Christina" userId="e4bd814006c8dbc9" providerId="LiveId" clId="{82922D1C-1132-4711-8099-B92DE9668C11}" dt="2025-08-20T13:26:22.990" v="311"/>
          <ac:spMkLst>
            <pc:docMk/>
            <pc:sldMk cId="709828751" sldId="260"/>
            <ac:spMk id="10" creationId="{F2E30646-B23B-9F21-DA74-FE8ED65498F7}"/>
          </ac:spMkLst>
        </pc:spChg>
        <pc:spChg chg="add mod">
          <ac:chgData name="Evangeline Christina" userId="e4bd814006c8dbc9" providerId="LiveId" clId="{82922D1C-1132-4711-8099-B92DE9668C11}" dt="2025-08-20T13:34:55.798" v="384" actId="1076"/>
          <ac:spMkLst>
            <pc:docMk/>
            <pc:sldMk cId="709828751" sldId="260"/>
            <ac:spMk id="11" creationId="{B485497D-F43D-7C71-4967-E22233D4AF71}"/>
          </ac:spMkLst>
        </pc:spChg>
        <pc:spChg chg="add mod">
          <ac:chgData name="Evangeline Christina" userId="e4bd814006c8dbc9" providerId="LiveId" clId="{82922D1C-1132-4711-8099-B92DE9668C11}" dt="2025-08-20T13:29:51.231" v="342" actId="2711"/>
          <ac:spMkLst>
            <pc:docMk/>
            <pc:sldMk cId="709828751" sldId="260"/>
            <ac:spMk id="12" creationId="{A113C4F6-AD4B-42C3-50A0-A017EBAEC098}"/>
          </ac:spMkLst>
        </pc:spChg>
        <pc:spChg chg="add del mod">
          <ac:chgData name="Evangeline Christina" userId="e4bd814006c8dbc9" providerId="LiveId" clId="{82922D1C-1132-4711-8099-B92DE9668C11}" dt="2025-08-20T13:32:42.765" v="369" actId="478"/>
          <ac:spMkLst>
            <pc:docMk/>
            <pc:sldMk cId="709828751" sldId="260"/>
            <ac:spMk id="13" creationId="{A3D77984-C3D0-9C27-E84B-A0438F7ABF9C}"/>
          </ac:spMkLst>
        </pc:spChg>
        <pc:spChg chg="add del mod">
          <ac:chgData name="Evangeline Christina" userId="e4bd814006c8dbc9" providerId="LiveId" clId="{82922D1C-1132-4711-8099-B92DE9668C11}" dt="2025-08-20T13:31:25.043" v="349"/>
          <ac:spMkLst>
            <pc:docMk/>
            <pc:sldMk cId="709828751" sldId="260"/>
            <ac:spMk id="14" creationId="{A0236027-866C-C173-BFCD-A4723BCCFC03}"/>
          </ac:spMkLst>
        </pc:spChg>
        <pc:spChg chg="add del mod">
          <ac:chgData name="Evangeline Christina" userId="e4bd814006c8dbc9" providerId="LiveId" clId="{82922D1C-1132-4711-8099-B92DE9668C11}" dt="2025-08-20T13:32:40.666" v="368" actId="478"/>
          <ac:spMkLst>
            <pc:docMk/>
            <pc:sldMk cId="709828751" sldId="260"/>
            <ac:spMk id="15" creationId="{833EC7CE-C13F-4D8C-5EEF-839E215A1D7B}"/>
          </ac:spMkLst>
        </pc:spChg>
        <pc:spChg chg="add mod">
          <ac:chgData name="Evangeline Christina" userId="e4bd814006c8dbc9" providerId="LiveId" clId="{82922D1C-1132-4711-8099-B92DE9668C11}" dt="2025-08-20T13:49:29.616" v="513" actId="1076"/>
          <ac:spMkLst>
            <pc:docMk/>
            <pc:sldMk cId="709828751" sldId="260"/>
            <ac:spMk id="16" creationId="{FDC786CA-F95D-9709-1220-159E92AEC479}"/>
          </ac:spMkLst>
        </pc:spChg>
        <pc:spChg chg="add mod">
          <ac:chgData name="Evangeline Christina" userId="e4bd814006c8dbc9" providerId="LiveId" clId="{82922D1C-1132-4711-8099-B92DE9668C11}" dt="2025-08-20T13:35:03.095" v="385" actId="1076"/>
          <ac:spMkLst>
            <pc:docMk/>
            <pc:sldMk cId="709828751" sldId="260"/>
            <ac:spMk id="17" creationId="{D83BC548-F3B7-AA82-0E5A-04387F9A0410}"/>
          </ac:spMkLst>
        </pc:spChg>
        <pc:spChg chg="add mod">
          <ac:chgData name="Evangeline Christina" userId="e4bd814006c8dbc9" providerId="LiveId" clId="{82922D1C-1132-4711-8099-B92DE9668C11}" dt="2025-08-20T13:42:20.186" v="469" actId="13926"/>
          <ac:spMkLst>
            <pc:docMk/>
            <pc:sldMk cId="709828751" sldId="260"/>
            <ac:spMk id="18" creationId="{2D6CB578-BF5E-E8D0-1ADF-64180F7D01DE}"/>
          </ac:spMkLst>
        </pc:spChg>
        <pc:spChg chg="add mod">
          <ac:chgData name="Evangeline Christina" userId="e4bd814006c8dbc9" providerId="LiveId" clId="{82922D1C-1132-4711-8099-B92DE9668C11}" dt="2025-08-21T16:11:04.306" v="1351" actId="20577"/>
          <ac:spMkLst>
            <pc:docMk/>
            <pc:sldMk cId="709828751" sldId="260"/>
            <ac:spMk id="19" creationId="{0BDC85E2-B6A5-797C-577D-B11D3A42B3D8}"/>
          </ac:spMkLst>
        </pc:spChg>
        <pc:spChg chg="add">
          <ac:chgData name="Evangeline Christina" userId="e4bd814006c8dbc9" providerId="LiveId" clId="{82922D1C-1132-4711-8099-B92DE9668C11}" dt="2025-08-20T13:35:52.555" v="403"/>
          <ac:spMkLst>
            <pc:docMk/>
            <pc:sldMk cId="709828751" sldId="260"/>
            <ac:spMk id="20" creationId="{A02F0771-7080-3E0B-481D-CEEAF73886AA}"/>
          </ac:spMkLst>
        </pc:spChg>
        <pc:spChg chg="add mod">
          <ac:chgData name="Evangeline Christina" userId="e4bd814006c8dbc9" providerId="LiveId" clId="{82922D1C-1132-4711-8099-B92DE9668C11}" dt="2025-08-21T16:11:13.841" v="1353" actId="5793"/>
          <ac:spMkLst>
            <pc:docMk/>
            <pc:sldMk cId="709828751" sldId="260"/>
            <ac:spMk id="21" creationId="{A7F71A2C-72A8-740F-15F3-BD91DCAB5A31}"/>
          </ac:spMkLst>
        </pc:spChg>
        <pc:spChg chg="add mod">
          <ac:chgData name="Evangeline Christina" userId="e4bd814006c8dbc9" providerId="LiveId" clId="{82922D1C-1132-4711-8099-B92DE9668C11}" dt="2025-08-20T13:42:32.393" v="470" actId="767"/>
          <ac:spMkLst>
            <pc:docMk/>
            <pc:sldMk cId="709828751" sldId="260"/>
            <ac:spMk id="22" creationId="{137C3DD0-04BE-73EA-7FCC-DFA85F0AD308}"/>
          </ac:spMkLst>
        </pc:spChg>
        <pc:spChg chg="add del mod">
          <ac:chgData name="Evangeline Christina" userId="e4bd814006c8dbc9" providerId="LiveId" clId="{82922D1C-1132-4711-8099-B92DE9668C11}" dt="2025-08-20T13:44:09.442" v="496"/>
          <ac:spMkLst>
            <pc:docMk/>
            <pc:sldMk cId="709828751" sldId="260"/>
            <ac:spMk id="23" creationId="{9C14DC84-F2F2-FD6D-D080-446BB85935BB}"/>
          </ac:spMkLst>
        </pc:spChg>
        <pc:spChg chg="add mod">
          <ac:chgData name="Evangeline Christina" userId="e4bd814006c8dbc9" providerId="LiveId" clId="{82922D1C-1132-4711-8099-B92DE9668C11}" dt="2025-08-20T13:50:50.233" v="530" actId="1076"/>
          <ac:spMkLst>
            <pc:docMk/>
            <pc:sldMk cId="709828751" sldId="260"/>
            <ac:spMk id="24" creationId="{FA27BB19-3B54-005E-19D2-B9DFEF8E0FEF}"/>
          </ac:spMkLst>
        </pc:spChg>
        <pc:spChg chg="add del mod">
          <ac:chgData name="Evangeline Christina" userId="e4bd814006c8dbc9" providerId="LiveId" clId="{82922D1C-1132-4711-8099-B92DE9668C11}" dt="2025-08-20T13:48:35.979" v="506" actId="11529"/>
          <ac:spMkLst>
            <pc:docMk/>
            <pc:sldMk cId="709828751" sldId="260"/>
            <ac:spMk id="25" creationId="{ECAFD826-0234-96FC-D4CA-DC733EF46152}"/>
          </ac:spMkLst>
        </pc:spChg>
      </pc:sldChg>
      <pc:sldChg chg="addSp delSp modSp mod">
        <pc:chgData name="Evangeline Christina" userId="e4bd814006c8dbc9" providerId="LiveId" clId="{82922D1C-1132-4711-8099-B92DE9668C11}" dt="2025-08-20T18:23:31.105" v="932" actId="1076"/>
        <pc:sldMkLst>
          <pc:docMk/>
          <pc:sldMk cId="3607270498" sldId="261"/>
        </pc:sldMkLst>
        <pc:spChg chg="mod">
          <ac:chgData name="Evangeline Christina" userId="e4bd814006c8dbc9" providerId="LiveId" clId="{82922D1C-1132-4711-8099-B92DE9668C11}" dt="2025-08-20T18:13:14.380" v="913" actId="20577"/>
          <ac:spMkLst>
            <pc:docMk/>
            <pc:sldMk cId="3607270498" sldId="261"/>
            <ac:spMk id="4" creationId="{315E3981-F0D7-482C-A8E0-6A57700BECA7}"/>
          </ac:spMkLst>
        </pc:spChg>
        <pc:spChg chg="del">
          <ac:chgData name="Evangeline Christina" userId="e4bd814006c8dbc9" providerId="LiveId" clId="{82922D1C-1132-4711-8099-B92DE9668C11}" dt="2025-08-20T17:23:11.974" v="688" actId="478"/>
          <ac:spMkLst>
            <pc:docMk/>
            <pc:sldMk cId="3607270498" sldId="261"/>
            <ac:spMk id="5" creationId="{E0C87788-476B-4620-8002-A5C1177AD6C1}"/>
          </ac:spMkLst>
        </pc:spChg>
        <pc:spChg chg="del">
          <ac:chgData name="Evangeline Christina" userId="e4bd814006c8dbc9" providerId="LiveId" clId="{82922D1C-1132-4711-8099-B92DE9668C11}" dt="2025-08-20T17:23:08.500" v="687" actId="478"/>
          <ac:spMkLst>
            <pc:docMk/>
            <pc:sldMk cId="3607270498" sldId="261"/>
            <ac:spMk id="6" creationId="{000A9570-5EF6-4AFB-9FCA-7C8998E3FEB1}"/>
          </ac:spMkLst>
        </pc:spChg>
        <pc:spChg chg="del mod">
          <ac:chgData name="Evangeline Christina" userId="e4bd814006c8dbc9" providerId="LiveId" clId="{82922D1C-1132-4711-8099-B92DE9668C11}" dt="2025-08-20T17:23:04.287" v="686" actId="478"/>
          <ac:spMkLst>
            <pc:docMk/>
            <pc:sldMk cId="3607270498" sldId="261"/>
            <ac:spMk id="7" creationId="{B74126B4-1E6C-4FFF-9282-40E18A85A07F}"/>
          </ac:spMkLst>
        </pc:spChg>
        <pc:spChg chg="del mod">
          <ac:chgData name="Evangeline Christina" userId="e4bd814006c8dbc9" providerId="LiveId" clId="{82922D1C-1132-4711-8099-B92DE9668C11}" dt="2025-08-20T17:22:58.376" v="684" actId="478"/>
          <ac:spMkLst>
            <pc:docMk/>
            <pc:sldMk cId="3607270498" sldId="261"/>
            <ac:spMk id="8" creationId="{47DC4E62-1A34-4F98-A451-214F1808519C}"/>
          </ac:spMkLst>
        </pc:spChg>
        <pc:spChg chg="add del mod">
          <ac:chgData name="Evangeline Christina" userId="e4bd814006c8dbc9" providerId="LiveId" clId="{82922D1C-1132-4711-8099-B92DE9668C11}" dt="2025-08-20T17:23:20.537" v="690" actId="478"/>
          <ac:spMkLst>
            <pc:docMk/>
            <pc:sldMk cId="3607270498" sldId="261"/>
            <ac:spMk id="9" creationId="{2027A4B4-2736-33E1-D26D-AF775E82A8B1}"/>
          </ac:spMkLst>
        </pc:spChg>
        <pc:spChg chg="add del mod">
          <ac:chgData name="Evangeline Christina" userId="e4bd814006c8dbc9" providerId="LiveId" clId="{82922D1C-1132-4711-8099-B92DE9668C11}" dt="2025-08-20T17:23:15.901" v="689" actId="478"/>
          <ac:spMkLst>
            <pc:docMk/>
            <pc:sldMk cId="3607270498" sldId="261"/>
            <ac:spMk id="11" creationId="{F5E4E5A2-D500-E6B6-D5DD-3F643D1635A4}"/>
          </ac:spMkLst>
        </pc:spChg>
        <pc:spChg chg="add del mod">
          <ac:chgData name="Evangeline Christina" userId="e4bd814006c8dbc9" providerId="LiveId" clId="{82922D1C-1132-4711-8099-B92DE9668C11}" dt="2025-08-20T17:23:27.317" v="692" actId="478"/>
          <ac:spMkLst>
            <pc:docMk/>
            <pc:sldMk cId="3607270498" sldId="261"/>
            <ac:spMk id="13" creationId="{42B101C2-7547-EBBA-A760-EC5A20E9F8B5}"/>
          </ac:spMkLst>
        </pc:spChg>
        <pc:spChg chg="add del mod">
          <ac:chgData name="Evangeline Christina" userId="e4bd814006c8dbc9" providerId="LiveId" clId="{82922D1C-1132-4711-8099-B92DE9668C11}" dt="2025-08-20T17:23:24.779" v="691" actId="478"/>
          <ac:spMkLst>
            <pc:docMk/>
            <pc:sldMk cId="3607270498" sldId="261"/>
            <ac:spMk id="15" creationId="{C401BB75-7C05-E3AB-F10F-97E210EC20C0}"/>
          </ac:spMkLst>
        </pc:spChg>
        <pc:spChg chg="add del mod">
          <ac:chgData name="Evangeline Christina" userId="e4bd814006c8dbc9" providerId="LiveId" clId="{82922D1C-1132-4711-8099-B92DE9668C11}" dt="2025-08-20T17:56:05.752" v="793" actId="478"/>
          <ac:spMkLst>
            <pc:docMk/>
            <pc:sldMk cId="3607270498" sldId="261"/>
            <ac:spMk id="16" creationId="{4D99A69D-3610-84E3-0A8E-791274CC79B6}"/>
          </ac:spMkLst>
        </pc:spChg>
        <pc:spChg chg="add mod">
          <ac:chgData name="Evangeline Christina" userId="e4bd814006c8dbc9" providerId="LiveId" clId="{82922D1C-1132-4711-8099-B92DE9668C11}" dt="2025-08-20T18:11:25.747" v="879" actId="255"/>
          <ac:spMkLst>
            <pc:docMk/>
            <pc:sldMk cId="3607270498" sldId="261"/>
            <ac:spMk id="27" creationId="{8F36844A-2A0C-E4C2-1FF4-EC5D7B9DB864}"/>
          </ac:spMkLst>
        </pc:spChg>
        <pc:spChg chg="add">
          <ac:chgData name="Evangeline Christina" userId="e4bd814006c8dbc9" providerId="LiveId" clId="{82922D1C-1132-4711-8099-B92DE9668C11}" dt="2025-08-20T18:07:55.377" v="854"/>
          <ac:spMkLst>
            <pc:docMk/>
            <pc:sldMk cId="3607270498" sldId="261"/>
            <ac:spMk id="28" creationId="{221BD61C-C88E-E8C9-1DEF-A42459C786C6}"/>
          </ac:spMkLst>
        </pc:spChg>
        <pc:spChg chg="add mod">
          <ac:chgData name="Evangeline Christina" userId="e4bd814006c8dbc9" providerId="LiveId" clId="{82922D1C-1132-4711-8099-B92DE9668C11}" dt="2025-08-20T18:13:23.209" v="914" actId="20577"/>
          <ac:spMkLst>
            <pc:docMk/>
            <pc:sldMk cId="3607270498" sldId="261"/>
            <ac:spMk id="29" creationId="{A4B82AD8-81BB-8BC1-CF1B-03D1E461414A}"/>
          </ac:spMkLst>
        </pc:spChg>
        <pc:graphicFrameChg chg="add mod">
          <ac:chgData name="Evangeline Christina" userId="e4bd814006c8dbc9" providerId="LiveId" clId="{82922D1C-1132-4711-8099-B92DE9668C11}" dt="2025-08-20T17:27:04.851" v="735"/>
          <ac:graphicFrameMkLst>
            <pc:docMk/>
            <pc:sldMk cId="3607270498" sldId="261"/>
            <ac:graphicFrameMk id="17" creationId="{F8F8C05D-06C4-4130-9753-BF88AD6CD051}"/>
          </ac:graphicFrameMkLst>
        </pc:graphicFrameChg>
        <pc:graphicFrameChg chg="add mod">
          <ac:chgData name="Evangeline Christina" userId="e4bd814006c8dbc9" providerId="LiveId" clId="{82922D1C-1132-4711-8099-B92DE9668C11}" dt="2025-08-20T17:37:58.130" v="758"/>
          <ac:graphicFrameMkLst>
            <pc:docMk/>
            <pc:sldMk cId="3607270498" sldId="261"/>
            <ac:graphicFrameMk id="21" creationId="{B32C0D3F-C802-4C69-9E28-068721383EED}"/>
          </ac:graphicFrameMkLst>
        </pc:graphicFrameChg>
        <pc:picChg chg="add mod">
          <ac:chgData name="Evangeline Christina" userId="e4bd814006c8dbc9" providerId="LiveId" clId="{82922D1C-1132-4711-8099-B92DE9668C11}" dt="2025-08-20T18:23:31.105" v="932" actId="1076"/>
          <ac:picMkLst>
            <pc:docMk/>
            <pc:sldMk cId="3607270498" sldId="261"/>
            <ac:picMk id="18" creationId="{8E55EB04-A052-BC5B-0056-FC07CDFA30BD}"/>
          </ac:picMkLst>
        </pc:picChg>
        <pc:picChg chg="add del mod">
          <ac:chgData name="Evangeline Christina" userId="e4bd814006c8dbc9" providerId="LiveId" clId="{82922D1C-1132-4711-8099-B92DE9668C11}" dt="2025-08-20T17:58:13.451" v="808" actId="478"/>
          <ac:picMkLst>
            <pc:docMk/>
            <pc:sldMk cId="3607270498" sldId="261"/>
            <ac:picMk id="20" creationId="{066B2A55-A8EB-4416-87EF-857A7FE2752C}"/>
          </ac:picMkLst>
        </pc:picChg>
        <pc:picChg chg="add mod">
          <ac:chgData name="Evangeline Christina" userId="e4bd814006c8dbc9" providerId="LiveId" clId="{82922D1C-1132-4711-8099-B92DE9668C11}" dt="2025-08-20T18:03:54.433" v="841" actId="14100"/>
          <ac:picMkLst>
            <pc:docMk/>
            <pc:sldMk cId="3607270498" sldId="261"/>
            <ac:picMk id="22" creationId="{BC226DE1-829C-FE2A-30A3-E54E95DD7DFA}"/>
          </ac:picMkLst>
        </pc:picChg>
        <pc:picChg chg="add mod">
          <ac:chgData name="Evangeline Christina" userId="e4bd814006c8dbc9" providerId="LiveId" clId="{82922D1C-1132-4711-8099-B92DE9668C11}" dt="2025-08-20T18:23:28.461" v="931" actId="1076"/>
          <ac:picMkLst>
            <pc:docMk/>
            <pc:sldMk cId="3607270498" sldId="261"/>
            <ac:picMk id="24" creationId="{A6782640-07C7-85C6-D817-CCFF9A6E4CE5}"/>
          </ac:picMkLst>
        </pc:picChg>
        <pc:picChg chg="add mod">
          <ac:chgData name="Evangeline Christina" userId="e4bd814006c8dbc9" providerId="LiveId" clId="{82922D1C-1132-4711-8099-B92DE9668C11}" dt="2025-08-20T18:03:50.883" v="840" actId="14100"/>
          <ac:picMkLst>
            <pc:docMk/>
            <pc:sldMk cId="3607270498" sldId="261"/>
            <ac:picMk id="26" creationId="{61F4865A-C512-507A-8E9D-12AE3CEE7A47}"/>
          </ac:picMkLst>
        </pc:picChg>
      </pc:sldChg>
      <pc:sldChg chg="addSp delSp modSp mod modClrScheme chgLayout">
        <pc:chgData name="Evangeline Christina" userId="e4bd814006c8dbc9" providerId="LiveId" clId="{82922D1C-1132-4711-8099-B92DE9668C11}" dt="2025-08-21T11:46:57.510" v="1054" actId="1076"/>
        <pc:sldMkLst>
          <pc:docMk/>
          <pc:sldMk cId="3892131414" sldId="262"/>
        </pc:sldMkLst>
        <pc:spChg chg="mod ord">
          <ac:chgData name="Evangeline Christina" userId="e4bd814006c8dbc9" providerId="LiveId" clId="{82922D1C-1132-4711-8099-B92DE9668C11}" dt="2025-08-20T18:12:01.799" v="890" actId="700"/>
          <ac:spMkLst>
            <pc:docMk/>
            <pc:sldMk cId="3892131414" sldId="262"/>
            <ac:spMk id="2" creationId="{CC1F11E7-EDE5-4119-BA64-4FC57C285D19}"/>
          </ac:spMkLst>
        </pc:spChg>
        <pc:spChg chg="mod ord">
          <ac:chgData name="Evangeline Christina" userId="e4bd814006c8dbc9" providerId="LiveId" clId="{82922D1C-1132-4711-8099-B92DE9668C11}" dt="2025-08-21T11:46:57.510" v="1054" actId="1076"/>
          <ac:spMkLst>
            <pc:docMk/>
            <pc:sldMk cId="3892131414" sldId="262"/>
            <ac:spMk id="4" creationId="{315E3981-F0D7-482C-A8E0-6A57700BECA7}"/>
          </ac:spMkLst>
        </pc:spChg>
        <pc:spChg chg="add del mod">
          <ac:chgData name="Evangeline Christina" userId="e4bd814006c8dbc9" providerId="LiveId" clId="{82922D1C-1132-4711-8099-B92DE9668C11}" dt="2025-08-20T18:11:50.822" v="884" actId="700"/>
          <ac:spMkLst>
            <pc:docMk/>
            <pc:sldMk cId="3892131414" sldId="262"/>
            <ac:spMk id="5" creationId="{28A8804D-0315-4844-51AE-C44BA0B00C00}"/>
          </ac:spMkLst>
        </pc:spChg>
        <pc:spChg chg="add del mod">
          <ac:chgData name="Evangeline Christina" userId="e4bd814006c8dbc9" providerId="LiveId" clId="{82922D1C-1132-4711-8099-B92DE9668C11}" dt="2025-08-20T18:11:50.822" v="884" actId="700"/>
          <ac:spMkLst>
            <pc:docMk/>
            <pc:sldMk cId="3892131414" sldId="262"/>
            <ac:spMk id="7" creationId="{5D08F6F2-E244-1C49-B0FA-92437CD0E201}"/>
          </ac:spMkLst>
        </pc:spChg>
        <pc:spChg chg="add del mod">
          <ac:chgData name="Evangeline Christina" userId="e4bd814006c8dbc9" providerId="LiveId" clId="{82922D1C-1132-4711-8099-B92DE9668C11}" dt="2025-08-20T18:11:50.822" v="884" actId="700"/>
          <ac:spMkLst>
            <pc:docMk/>
            <pc:sldMk cId="3892131414" sldId="262"/>
            <ac:spMk id="9" creationId="{30CF2029-BA44-9AA2-C965-5696E4BADF33}"/>
          </ac:spMkLst>
        </pc:spChg>
        <pc:spChg chg="add del mod">
          <ac:chgData name="Evangeline Christina" userId="e4bd814006c8dbc9" providerId="LiveId" clId="{82922D1C-1132-4711-8099-B92DE9668C11}" dt="2025-08-20T18:11:50.822" v="884" actId="700"/>
          <ac:spMkLst>
            <pc:docMk/>
            <pc:sldMk cId="3892131414" sldId="262"/>
            <ac:spMk id="11" creationId="{E655B4CC-9C40-C616-8992-713E12DD6283}"/>
          </ac:spMkLst>
        </pc:spChg>
        <pc:spChg chg="add del mod">
          <ac:chgData name="Evangeline Christina" userId="e4bd814006c8dbc9" providerId="LiveId" clId="{82922D1C-1132-4711-8099-B92DE9668C11}" dt="2025-08-20T18:14:40.093" v="930" actId="478"/>
          <ac:spMkLst>
            <pc:docMk/>
            <pc:sldMk cId="3892131414" sldId="262"/>
            <ac:spMk id="13" creationId="{323F30F6-E718-2DEF-7A82-4B4C95FE6FC7}"/>
          </ac:spMkLst>
        </pc:spChg>
        <pc:spChg chg="del mod ord">
          <ac:chgData name="Evangeline Christina" userId="e4bd814006c8dbc9" providerId="LiveId" clId="{82922D1C-1132-4711-8099-B92DE9668C11}" dt="2025-08-20T18:14:16.232" v="924" actId="478"/>
          <ac:spMkLst>
            <pc:docMk/>
            <pc:sldMk cId="3892131414" sldId="262"/>
            <ac:spMk id="19" creationId="{782206B1-586F-4254-9B36-D06C4E294ACF}"/>
          </ac:spMkLst>
        </pc:spChg>
        <pc:spChg chg="del mod ord">
          <ac:chgData name="Evangeline Christina" userId="e4bd814006c8dbc9" providerId="LiveId" clId="{82922D1C-1132-4711-8099-B92DE9668C11}" dt="2025-08-20T18:14:24.259" v="926" actId="478"/>
          <ac:spMkLst>
            <pc:docMk/>
            <pc:sldMk cId="3892131414" sldId="262"/>
            <ac:spMk id="20" creationId="{CB924A29-3538-4A3F-82A6-D2A7538C2111}"/>
          </ac:spMkLst>
        </pc:spChg>
        <pc:spChg chg="del mod ord">
          <ac:chgData name="Evangeline Christina" userId="e4bd814006c8dbc9" providerId="LiveId" clId="{82922D1C-1132-4711-8099-B92DE9668C11}" dt="2025-08-20T18:14:21.042" v="925" actId="478"/>
          <ac:spMkLst>
            <pc:docMk/>
            <pc:sldMk cId="3892131414" sldId="262"/>
            <ac:spMk id="21" creationId="{1B8F0371-4F69-4131-91BF-9AB99E6EE89B}"/>
          </ac:spMkLst>
        </pc:spChg>
        <pc:spChg chg="del mod ord">
          <ac:chgData name="Evangeline Christina" userId="e4bd814006c8dbc9" providerId="LiveId" clId="{82922D1C-1132-4711-8099-B92DE9668C11}" dt="2025-08-20T18:14:32.301" v="928" actId="478"/>
          <ac:spMkLst>
            <pc:docMk/>
            <pc:sldMk cId="3892131414" sldId="262"/>
            <ac:spMk id="22" creationId="{78CACAF1-61EA-4605-A8FE-2EEE752B49FF}"/>
          </ac:spMkLst>
        </pc:spChg>
        <pc:spChg chg="del mod ord">
          <ac:chgData name="Evangeline Christina" userId="e4bd814006c8dbc9" providerId="LiveId" clId="{82922D1C-1132-4711-8099-B92DE9668C11}" dt="2025-08-20T18:14:29.022" v="927" actId="478"/>
          <ac:spMkLst>
            <pc:docMk/>
            <pc:sldMk cId="3892131414" sldId="262"/>
            <ac:spMk id="23" creationId="{8D05A34F-7712-46DB-AB5B-272E294B62EE}"/>
          </ac:spMkLst>
        </pc:spChg>
        <pc:graphicFrameChg chg="add mod">
          <ac:chgData name="Evangeline Christina" userId="e4bd814006c8dbc9" providerId="LiveId" clId="{82922D1C-1132-4711-8099-B92DE9668C11}" dt="2025-08-20T18:34:10.446" v="937"/>
          <ac:graphicFrameMkLst>
            <pc:docMk/>
            <pc:sldMk cId="3892131414" sldId="262"/>
            <ac:graphicFrameMk id="14" creationId="{BB3280BA-3A9B-40C5-856D-3A588B1C1632}"/>
          </ac:graphicFrameMkLst>
        </pc:graphicFrameChg>
        <pc:graphicFrameChg chg="add mod">
          <ac:chgData name="Evangeline Christina" userId="e4bd814006c8dbc9" providerId="LiveId" clId="{82922D1C-1132-4711-8099-B92DE9668C11}" dt="2025-08-20T18:34:13.481" v="948"/>
          <ac:graphicFrameMkLst>
            <pc:docMk/>
            <pc:sldMk cId="3892131414" sldId="262"/>
            <ac:graphicFrameMk id="15" creationId="{BB3280BA-3A9B-40C5-856D-3A588B1C1632}"/>
          </ac:graphicFrameMkLst>
        </pc:graphicFrameChg>
        <pc:graphicFrameChg chg="add mod">
          <ac:chgData name="Evangeline Christina" userId="e4bd814006c8dbc9" providerId="LiveId" clId="{82922D1C-1132-4711-8099-B92DE9668C11}" dt="2025-08-20T18:34:47.154" v="959"/>
          <ac:graphicFrameMkLst>
            <pc:docMk/>
            <pc:sldMk cId="3892131414" sldId="262"/>
            <ac:graphicFrameMk id="17" creationId="{103EF2B1-2824-49AE-A905-FFA18EA4E5B2}"/>
          </ac:graphicFrameMkLst>
        </pc:graphicFrameChg>
        <pc:graphicFrameChg chg="add mod">
          <ac:chgData name="Evangeline Christina" userId="e4bd814006c8dbc9" providerId="LiveId" clId="{82922D1C-1132-4711-8099-B92DE9668C11}" dt="2025-08-20T18:38:25.795" v="986"/>
          <ac:graphicFrameMkLst>
            <pc:docMk/>
            <pc:sldMk cId="3892131414" sldId="262"/>
            <ac:graphicFrameMk id="24" creationId="{735E4E62-E7A8-460C-B03F-B023745EAE8F}"/>
          </ac:graphicFrameMkLst>
        </pc:graphicFrameChg>
        <pc:graphicFrameChg chg="add mod">
          <ac:chgData name="Evangeline Christina" userId="e4bd814006c8dbc9" providerId="LiveId" clId="{82922D1C-1132-4711-8099-B92DE9668C11}" dt="2025-08-20T18:38:59.397" v="996"/>
          <ac:graphicFrameMkLst>
            <pc:docMk/>
            <pc:sldMk cId="3892131414" sldId="262"/>
            <ac:graphicFrameMk id="28" creationId="{5CFCA23B-1313-49DD-B4B9-17EE0E390010}"/>
          </ac:graphicFrameMkLst>
        </pc:graphicFrameChg>
        <pc:picChg chg="add mod">
          <ac:chgData name="Evangeline Christina" userId="e4bd814006c8dbc9" providerId="LiveId" clId="{82922D1C-1132-4711-8099-B92DE9668C11}" dt="2025-08-21T11:46:41.423" v="1051" actId="1076"/>
          <ac:picMkLst>
            <pc:docMk/>
            <pc:sldMk cId="3892131414" sldId="262"/>
            <ac:picMk id="16" creationId="{E2D7DDC2-6F9E-30AF-C7F7-AC7B080DA1F4}"/>
          </ac:picMkLst>
        </pc:picChg>
        <pc:picChg chg="add mod">
          <ac:chgData name="Evangeline Christina" userId="e4bd814006c8dbc9" providerId="LiveId" clId="{82922D1C-1132-4711-8099-B92DE9668C11}" dt="2025-08-21T11:46:46.635" v="1053" actId="1076"/>
          <ac:picMkLst>
            <pc:docMk/>
            <pc:sldMk cId="3892131414" sldId="262"/>
            <ac:picMk id="18" creationId="{E1672080-E632-912E-98D5-E69390B332AD}"/>
          </ac:picMkLst>
        </pc:picChg>
        <pc:picChg chg="del">
          <ac:chgData name="Evangeline Christina" userId="e4bd814006c8dbc9" providerId="LiveId" clId="{82922D1C-1132-4711-8099-B92DE9668C11}" dt="2025-08-20T18:11:37.846" v="880" actId="478"/>
          <ac:picMkLst>
            <pc:docMk/>
            <pc:sldMk cId="3892131414" sldId="262"/>
            <ac:picMk id="25" creationId="{C03AAFA7-022A-47F8-9DA1-7DC3897D1E52}"/>
          </ac:picMkLst>
        </pc:picChg>
        <pc:picChg chg="add mod">
          <ac:chgData name="Evangeline Christina" userId="e4bd814006c8dbc9" providerId="LiveId" clId="{82922D1C-1132-4711-8099-B92DE9668C11}" dt="2025-08-20T18:39:27.921" v="1002" actId="1076"/>
          <ac:picMkLst>
            <pc:docMk/>
            <pc:sldMk cId="3892131414" sldId="262"/>
            <ac:picMk id="26" creationId="{23B419F0-D497-75F7-18E2-1653B3111B32}"/>
          </ac:picMkLst>
        </pc:picChg>
        <pc:picChg chg="del">
          <ac:chgData name="Evangeline Christina" userId="e4bd814006c8dbc9" providerId="LiveId" clId="{82922D1C-1132-4711-8099-B92DE9668C11}" dt="2025-08-20T18:11:39.646" v="881" actId="478"/>
          <ac:picMkLst>
            <pc:docMk/>
            <pc:sldMk cId="3892131414" sldId="262"/>
            <ac:picMk id="27" creationId="{6F737161-FE67-434D-A781-59EDB9EDCB23}"/>
          </ac:picMkLst>
        </pc:picChg>
        <pc:picChg chg="del">
          <ac:chgData name="Evangeline Christina" userId="e4bd814006c8dbc9" providerId="LiveId" clId="{82922D1C-1132-4711-8099-B92DE9668C11}" dt="2025-08-20T18:11:41.154" v="882" actId="478"/>
          <ac:picMkLst>
            <pc:docMk/>
            <pc:sldMk cId="3892131414" sldId="262"/>
            <ac:picMk id="29" creationId="{9E5BF01B-21D6-4D43-9CAE-0298685C1A7B}"/>
          </ac:picMkLst>
        </pc:picChg>
        <pc:picChg chg="add mod">
          <ac:chgData name="Evangeline Christina" userId="e4bd814006c8dbc9" providerId="LiveId" clId="{82922D1C-1132-4711-8099-B92DE9668C11}" dt="2025-08-20T18:39:23.726" v="1001" actId="1076"/>
          <ac:picMkLst>
            <pc:docMk/>
            <pc:sldMk cId="3892131414" sldId="262"/>
            <ac:picMk id="30" creationId="{2D9656A2-78EB-CCD4-6496-39C70877E92C}"/>
          </ac:picMkLst>
        </pc:picChg>
        <pc:picChg chg="del">
          <ac:chgData name="Evangeline Christina" userId="e4bd814006c8dbc9" providerId="LiveId" clId="{82922D1C-1132-4711-8099-B92DE9668C11}" dt="2025-08-20T18:11:42.944" v="883" actId="478"/>
          <ac:picMkLst>
            <pc:docMk/>
            <pc:sldMk cId="3892131414" sldId="262"/>
            <ac:picMk id="31" creationId="{089E8AB6-C16E-4752-810F-8F98DB929DB5}"/>
          </ac:picMkLst>
        </pc:picChg>
        <pc:picChg chg="del mod ord">
          <ac:chgData name="Evangeline Christina" userId="e4bd814006c8dbc9" providerId="LiveId" clId="{82922D1C-1132-4711-8099-B92DE9668C11}" dt="2025-08-20T18:14:36.984" v="929" actId="478"/>
          <ac:picMkLst>
            <pc:docMk/>
            <pc:sldMk cId="3892131414" sldId="262"/>
            <ac:picMk id="33" creationId="{CC9DBBE5-5AD0-41E8-A719-84509E5D9F9E}"/>
          </ac:picMkLst>
        </pc:picChg>
      </pc:sldChg>
      <pc:sldChg chg="addSp modSp new mod">
        <pc:chgData name="Evangeline Christina" userId="e4bd814006c8dbc9" providerId="LiveId" clId="{82922D1C-1132-4711-8099-B92DE9668C11}" dt="2025-08-21T11:52:36.437" v="1079" actId="1076"/>
        <pc:sldMkLst>
          <pc:docMk/>
          <pc:sldMk cId="4024770545" sldId="263"/>
        </pc:sldMkLst>
        <pc:spChg chg="mod">
          <ac:chgData name="Evangeline Christina" userId="e4bd814006c8dbc9" providerId="LiveId" clId="{82922D1C-1132-4711-8099-B92DE9668C11}" dt="2025-08-21T11:47:15.823" v="1055"/>
          <ac:spMkLst>
            <pc:docMk/>
            <pc:sldMk cId="4024770545" sldId="263"/>
            <ac:spMk id="2" creationId="{5D0D39BD-0966-5EDF-B267-18A3BEADD885}"/>
          </ac:spMkLst>
        </pc:spChg>
        <pc:spChg chg="add mod">
          <ac:chgData name="Evangeline Christina" userId="e4bd814006c8dbc9" providerId="LiveId" clId="{82922D1C-1132-4711-8099-B92DE9668C11}" dt="2025-08-21T11:52:28.425" v="1077" actId="1076"/>
          <ac:spMkLst>
            <pc:docMk/>
            <pc:sldMk cId="4024770545" sldId="263"/>
            <ac:spMk id="4" creationId="{00AADA25-A0F7-4A9D-96ED-EF6CBF7A80FF}"/>
          </ac:spMkLst>
        </pc:spChg>
        <pc:graphicFrameChg chg="add mod">
          <ac:chgData name="Evangeline Christina" userId="e4bd814006c8dbc9" providerId="LiveId" clId="{82922D1C-1132-4711-8099-B92DE9668C11}" dt="2025-08-20T18:40:09.534" v="1009"/>
          <ac:graphicFrameMkLst>
            <pc:docMk/>
            <pc:sldMk cId="4024770545" sldId="263"/>
            <ac:graphicFrameMk id="4" creationId="{110FC622-0362-4B36-B251-C6D0E8BC64E0}"/>
          </ac:graphicFrameMkLst>
        </pc:graphicFrameChg>
        <pc:graphicFrameChg chg="add mod">
          <ac:chgData name="Evangeline Christina" userId="e4bd814006c8dbc9" providerId="LiveId" clId="{82922D1C-1132-4711-8099-B92DE9668C11}" dt="2025-08-20T18:40:44.074" v="1014"/>
          <ac:graphicFrameMkLst>
            <pc:docMk/>
            <pc:sldMk cId="4024770545" sldId="263"/>
            <ac:graphicFrameMk id="6" creationId="{912A7C19-5434-4C40-BB19-2CFEA573F390}"/>
          </ac:graphicFrameMkLst>
        </pc:graphicFrameChg>
        <pc:graphicFrameChg chg="add mod">
          <ac:chgData name="Evangeline Christina" userId="e4bd814006c8dbc9" providerId="LiveId" clId="{82922D1C-1132-4711-8099-B92DE9668C11}" dt="2025-08-20T18:41:28.296" v="1024"/>
          <ac:graphicFrameMkLst>
            <pc:docMk/>
            <pc:sldMk cId="4024770545" sldId="263"/>
            <ac:graphicFrameMk id="8" creationId="{A1CAEB19-9BD8-4573-95E8-57291D727EB3}"/>
          </ac:graphicFrameMkLst>
        </pc:graphicFrameChg>
        <pc:picChg chg="add mod">
          <ac:chgData name="Evangeline Christina" userId="e4bd814006c8dbc9" providerId="LiveId" clId="{82922D1C-1132-4711-8099-B92DE9668C11}" dt="2025-08-21T11:52:36.437" v="1079" actId="1076"/>
          <ac:picMkLst>
            <pc:docMk/>
            <pc:sldMk cId="4024770545" sldId="263"/>
            <ac:picMk id="5" creationId="{3213EB8D-5933-AF05-A148-1367FB32A1EE}"/>
          </ac:picMkLst>
        </pc:picChg>
        <pc:picChg chg="add mod">
          <ac:chgData name="Evangeline Christina" userId="e4bd814006c8dbc9" providerId="LiveId" clId="{82922D1C-1132-4711-8099-B92DE9668C11}" dt="2025-08-21T11:52:33.833" v="1078" actId="1076"/>
          <ac:picMkLst>
            <pc:docMk/>
            <pc:sldMk cId="4024770545" sldId="263"/>
            <ac:picMk id="7" creationId="{B49EC9E5-DC32-7A63-2F4C-CF8BB70EE2AD}"/>
          </ac:picMkLst>
        </pc:picChg>
        <pc:picChg chg="add mod">
          <ac:chgData name="Evangeline Christina" userId="e4bd814006c8dbc9" providerId="LiveId" clId="{82922D1C-1132-4711-8099-B92DE9668C11}" dt="2025-08-21T11:42:50.523" v="1032" actId="1076"/>
          <ac:picMkLst>
            <pc:docMk/>
            <pc:sldMk cId="4024770545" sldId="263"/>
            <ac:picMk id="9" creationId="{7E99DD50-C214-9F76-A9AB-01F31B1E9C96}"/>
          </ac:picMkLst>
        </pc:picChg>
      </pc:sldChg>
      <pc:sldChg chg="del">
        <pc:chgData name="Evangeline Christina" userId="e4bd814006c8dbc9" providerId="LiveId" clId="{82922D1C-1132-4711-8099-B92DE9668C11}" dt="2025-08-20T18:14:05.290" v="921" actId="47"/>
        <pc:sldMkLst>
          <pc:docMk/>
          <pc:sldMk cId="663103393" sldId="264"/>
        </pc:sldMkLst>
      </pc:sldChg>
      <pc:sldChg chg="addSp modSp new mod">
        <pc:chgData name="Evangeline Christina" userId="e4bd814006c8dbc9" providerId="LiveId" clId="{82922D1C-1132-4711-8099-B92DE9668C11}" dt="2025-08-21T12:52:14.268" v="1124" actId="20577"/>
        <pc:sldMkLst>
          <pc:docMk/>
          <pc:sldMk cId="1220756614" sldId="264"/>
        </pc:sldMkLst>
        <pc:spChg chg="mod">
          <ac:chgData name="Evangeline Christina" userId="e4bd814006c8dbc9" providerId="LiveId" clId="{82922D1C-1132-4711-8099-B92DE9668C11}" dt="2025-08-21T12:50:58.340" v="1112" actId="1076"/>
          <ac:spMkLst>
            <pc:docMk/>
            <pc:sldMk cId="1220756614" sldId="264"/>
            <ac:spMk id="2" creationId="{9436D338-5E92-C82E-A2E8-51D10AF6895C}"/>
          </ac:spMkLst>
        </pc:spChg>
        <pc:spChg chg="add mod">
          <ac:chgData name="Evangeline Christina" userId="e4bd814006c8dbc9" providerId="LiveId" clId="{82922D1C-1132-4711-8099-B92DE9668C11}" dt="2025-08-21T12:52:14.268" v="1124" actId="20577"/>
          <ac:spMkLst>
            <pc:docMk/>
            <pc:sldMk cId="1220756614" sldId="264"/>
            <ac:spMk id="4" creationId="{1F53D937-12CC-6986-E331-5C8837A3F995}"/>
          </ac:spMkLst>
        </pc:spChg>
      </pc:sldChg>
      <pc:sldChg chg="addSp delSp modSp new mod">
        <pc:chgData name="Evangeline Christina" userId="e4bd814006c8dbc9" providerId="LiveId" clId="{82922D1C-1132-4711-8099-B92DE9668C11}" dt="2025-08-21T13:17:57.714" v="1245" actId="1076"/>
        <pc:sldMkLst>
          <pc:docMk/>
          <pc:sldMk cId="1156686785" sldId="265"/>
        </pc:sldMkLst>
        <pc:spChg chg="mod">
          <ac:chgData name="Evangeline Christina" userId="e4bd814006c8dbc9" providerId="LiveId" clId="{82922D1C-1132-4711-8099-B92DE9668C11}" dt="2025-08-21T13:12:33.632" v="1183" actId="1076"/>
          <ac:spMkLst>
            <pc:docMk/>
            <pc:sldMk cId="1156686785" sldId="265"/>
            <ac:spMk id="2" creationId="{B738E6ED-0F4F-9CA9-CC81-A968F4B507E5}"/>
          </ac:spMkLst>
        </pc:spChg>
        <pc:spChg chg="add mod">
          <ac:chgData name="Evangeline Christina" userId="e4bd814006c8dbc9" providerId="LiveId" clId="{82922D1C-1132-4711-8099-B92DE9668C11}" dt="2025-08-21T13:12:22.422" v="1181" actId="1076"/>
          <ac:spMkLst>
            <pc:docMk/>
            <pc:sldMk cId="1156686785" sldId="265"/>
            <ac:spMk id="4" creationId="{B1537CFD-5D7B-1793-BF5B-B273D45B9CB3}"/>
          </ac:spMkLst>
        </pc:spChg>
        <pc:spChg chg="add">
          <ac:chgData name="Evangeline Christina" userId="e4bd814006c8dbc9" providerId="LiveId" clId="{82922D1C-1132-4711-8099-B92DE9668C11}" dt="2025-08-21T13:06:42.381" v="1134"/>
          <ac:spMkLst>
            <pc:docMk/>
            <pc:sldMk cId="1156686785" sldId="265"/>
            <ac:spMk id="5" creationId="{032B5BC5-C698-0B8C-BD02-8D9B7F840809}"/>
          </ac:spMkLst>
        </pc:spChg>
        <pc:spChg chg="add">
          <ac:chgData name="Evangeline Christina" userId="e4bd814006c8dbc9" providerId="LiveId" clId="{82922D1C-1132-4711-8099-B92DE9668C11}" dt="2025-08-21T13:06:48.131" v="1135"/>
          <ac:spMkLst>
            <pc:docMk/>
            <pc:sldMk cId="1156686785" sldId="265"/>
            <ac:spMk id="6" creationId="{1C736FAD-8E8B-5AE6-0ECC-ADA7AAF4DA9F}"/>
          </ac:spMkLst>
        </pc:spChg>
        <pc:spChg chg="add">
          <ac:chgData name="Evangeline Christina" userId="e4bd814006c8dbc9" providerId="LiveId" clId="{82922D1C-1132-4711-8099-B92DE9668C11}" dt="2025-08-21T13:06:56.757" v="1137"/>
          <ac:spMkLst>
            <pc:docMk/>
            <pc:sldMk cId="1156686785" sldId="265"/>
            <ac:spMk id="7" creationId="{2CB009F4-45BD-CB9D-A32A-A484B2D1D40C}"/>
          </ac:spMkLst>
        </pc:spChg>
        <pc:spChg chg="add mod">
          <ac:chgData name="Evangeline Christina" userId="e4bd814006c8dbc9" providerId="LiveId" clId="{82922D1C-1132-4711-8099-B92DE9668C11}" dt="2025-08-21T13:12:16.457" v="1180" actId="1076"/>
          <ac:spMkLst>
            <pc:docMk/>
            <pc:sldMk cId="1156686785" sldId="265"/>
            <ac:spMk id="8" creationId="{2EDC918A-345A-427A-042A-AA2A7B8638B8}"/>
          </ac:spMkLst>
        </pc:spChg>
        <pc:spChg chg="add del mod">
          <ac:chgData name="Evangeline Christina" userId="e4bd814006c8dbc9" providerId="LiveId" clId="{82922D1C-1132-4711-8099-B92DE9668C11}" dt="2025-08-21T13:13:33.312" v="1190" actId="478"/>
          <ac:spMkLst>
            <pc:docMk/>
            <pc:sldMk cId="1156686785" sldId="265"/>
            <ac:spMk id="9" creationId="{74B753E0-0FDF-FD54-001A-01AB55A4216A}"/>
          </ac:spMkLst>
        </pc:spChg>
        <pc:spChg chg="add mod">
          <ac:chgData name="Evangeline Christina" userId="e4bd814006c8dbc9" providerId="LiveId" clId="{82922D1C-1132-4711-8099-B92DE9668C11}" dt="2025-08-21T13:14:35.840" v="1193" actId="14100"/>
          <ac:spMkLst>
            <pc:docMk/>
            <pc:sldMk cId="1156686785" sldId="265"/>
            <ac:spMk id="10" creationId="{79ACCC8F-7C9F-4300-24C6-7C5E3C8D803A}"/>
          </ac:spMkLst>
        </pc:spChg>
        <pc:spChg chg="add mod">
          <ac:chgData name="Evangeline Christina" userId="e4bd814006c8dbc9" providerId="LiveId" clId="{82922D1C-1132-4711-8099-B92DE9668C11}" dt="2025-08-21T13:15:24.732" v="1214" actId="2711"/>
          <ac:spMkLst>
            <pc:docMk/>
            <pc:sldMk cId="1156686785" sldId="265"/>
            <ac:spMk id="11" creationId="{74EEBC8F-5948-825A-4A1B-3C63D9E50303}"/>
          </ac:spMkLst>
        </pc:spChg>
        <pc:spChg chg="add mod">
          <ac:chgData name="Evangeline Christina" userId="e4bd814006c8dbc9" providerId="LiveId" clId="{82922D1C-1132-4711-8099-B92DE9668C11}" dt="2025-08-21T13:17:57.714" v="1245" actId="1076"/>
          <ac:spMkLst>
            <pc:docMk/>
            <pc:sldMk cId="1156686785" sldId="265"/>
            <ac:spMk id="12" creationId="{8979F894-9037-F1BB-D767-ECD2DF06BEF1}"/>
          </ac:spMkLst>
        </pc:spChg>
      </pc:sldChg>
      <pc:sldChg chg="del">
        <pc:chgData name="Evangeline Christina" userId="e4bd814006c8dbc9" providerId="LiveId" clId="{82922D1C-1132-4711-8099-B92DE9668C11}" dt="2025-08-20T18:14:04.918" v="920" actId="47"/>
        <pc:sldMkLst>
          <pc:docMk/>
          <pc:sldMk cId="1065425595" sldId="266"/>
        </pc:sldMkLst>
      </pc:sldChg>
      <pc:sldChg chg="new del">
        <pc:chgData name="Evangeline Christina" userId="e4bd814006c8dbc9" providerId="LiveId" clId="{82922D1C-1132-4711-8099-B92DE9668C11}" dt="2025-08-21T13:18:08.711" v="1247" actId="680"/>
        <pc:sldMkLst>
          <pc:docMk/>
          <pc:sldMk cId="1392970817" sldId="266"/>
        </pc:sldMkLst>
      </pc:sldChg>
      <pc:sldChg chg="modSp new mod">
        <pc:chgData name="Evangeline Christina" userId="e4bd814006c8dbc9" providerId="LiveId" clId="{82922D1C-1132-4711-8099-B92DE9668C11}" dt="2025-08-21T13:20:17.773" v="1260" actId="2711"/>
        <pc:sldMkLst>
          <pc:docMk/>
          <pc:sldMk cId="2799811924" sldId="266"/>
        </pc:sldMkLst>
        <pc:spChg chg="mod">
          <ac:chgData name="Evangeline Christina" userId="e4bd814006c8dbc9" providerId="LiveId" clId="{82922D1C-1132-4711-8099-B92DE9668C11}" dt="2025-08-21T13:20:17.773" v="1260" actId="2711"/>
          <ac:spMkLst>
            <pc:docMk/>
            <pc:sldMk cId="2799811924" sldId="266"/>
            <ac:spMk id="2" creationId="{FD92D2BC-81BA-8E2E-38ED-2268C868B279}"/>
          </ac:spMkLst>
        </pc:spChg>
      </pc:sldChg>
      <pc:sldChg chg="del">
        <pc:chgData name="Evangeline Christina" userId="e4bd814006c8dbc9" providerId="LiveId" clId="{82922D1C-1132-4711-8099-B92DE9668C11}" dt="2025-08-20T18:14:03.529" v="918" actId="47"/>
        <pc:sldMkLst>
          <pc:docMk/>
          <pc:sldMk cId="914134537" sldId="267"/>
        </pc:sldMkLst>
      </pc:sldChg>
      <pc:sldChg chg="del">
        <pc:chgData name="Evangeline Christina" userId="e4bd814006c8dbc9" providerId="LiveId" clId="{82922D1C-1132-4711-8099-B92DE9668C11}" dt="2025-08-20T18:14:02.762" v="916" actId="47"/>
        <pc:sldMkLst>
          <pc:docMk/>
          <pc:sldMk cId="44069682" sldId="268"/>
        </pc:sldMkLst>
      </pc:sldChg>
      <pc:sldChg chg="del">
        <pc:chgData name="Evangeline Christina" userId="e4bd814006c8dbc9" providerId="LiveId" clId="{82922D1C-1132-4711-8099-B92DE9668C11}" dt="2025-08-20T18:14:03.199" v="917" actId="47"/>
        <pc:sldMkLst>
          <pc:docMk/>
          <pc:sldMk cId="429771863" sldId="269"/>
        </pc:sldMkLst>
      </pc:sldChg>
      <pc:sldChg chg="del">
        <pc:chgData name="Evangeline Christina" userId="e4bd814006c8dbc9" providerId="LiveId" clId="{82922D1C-1132-4711-8099-B92DE9668C11}" dt="2025-08-20T18:14:06.787" v="922" actId="47"/>
        <pc:sldMkLst>
          <pc:docMk/>
          <pc:sldMk cId="451187730" sldId="283"/>
        </pc:sldMkLst>
      </pc:sldChg>
      <pc:sldChg chg="del">
        <pc:chgData name="Evangeline Christina" userId="e4bd814006c8dbc9" providerId="LiveId" clId="{82922D1C-1132-4711-8099-B92DE9668C11}" dt="2025-08-20T18:14:04.481" v="919" actId="47"/>
        <pc:sldMkLst>
          <pc:docMk/>
          <pc:sldMk cId="3322300142" sldId="284"/>
        </pc:sldMkLst>
      </pc:sldChg>
      <pc:sldChg chg="del">
        <pc:chgData name="Evangeline Christina" userId="e4bd814006c8dbc9" providerId="LiveId" clId="{82922D1C-1132-4711-8099-B92DE9668C11}" dt="2025-08-20T18:14:00.676" v="915" actId="47"/>
        <pc:sldMkLst>
          <pc:docMk/>
          <pc:sldMk cId="59582380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5103" y="1275269"/>
            <a:ext cx="10366310" cy="962880"/>
          </a:xfrm>
        </p:spPr>
        <p:txBody>
          <a:bodyPr/>
          <a:lstStyle/>
          <a:p>
            <a:pPr algn="ctr"/>
            <a:br>
              <a:rPr lang="en-IN" sz="2800" dirty="0"/>
            </a:b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Study on Improving Profitability and Customer Inflow in a Beauty and Tailoring Business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665" y="3882733"/>
            <a:ext cx="6326155" cy="161299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EVANGELINE CHRISTINA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Number: 25DS1000087</a:t>
            </a:r>
            <a:r>
              <a:rPr lang="en-US" dirty="0"/>
              <a:t> </a:t>
            </a:r>
            <a:endParaRPr lang="en-IN" dirty="0"/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id: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25ds1000087@ds.study.iitm.ac.in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8F6AED9-03E3-6715-AE69-838AB2B59C5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30510" y="2861816"/>
            <a:ext cx="3782045" cy="35160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E28119-2837-23B1-97AD-EDCA5CE43C14}"/>
              </a:ext>
            </a:extLst>
          </p:cNvPr>
          <p:cNvSpPr txBox="1"/>
          <p:nvPr/>
        </p:nvSpPr>
        <p:spPr>
          <a:xfrm>
            <a:off x="4447593" y="480115"/>
            <a:ext cx="3946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IITM - BDM PROJECT 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928" y="-181946"/>
            <a:ext cx="7781544" cy="85905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BACKGROUND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A6800F-4D23-8521-F986-A0762904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612" y="951722"/>
            <a:ext cx="7501811" cy="5840964"/>
          </a:xfrm>
        </p:spPr>
        <p:txBody>
          <a:bodyPr>
            <a:normAutofit fontScale="92500" lnSpcReduction="20000"/>
          </a:bodyPr>
          <a:lstStyle/>
          <a:p>
            <a:r>
              <a:rPr lang="en-US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Description of the Organization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Jasmine Beauty Salon</a:t>
            </a:r>
            <a:r>
              <a:rPr lang="en-US" sz="17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B2C </a:t>
            </a: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business near Ambattur OT, Chennai.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in 2017, providing beauty services such as bridal makeup, facials, hair and skin care.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into tailoring services in May 2024 (blouse stitching, alterations, simple tailoring).</a:t>
            </a:r>
          </a:p>
          <a:p>
            <a:pPr algn="just"/>
            <a:endParaRPr lang="en-US" sz="1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 of Its Business</a:t>
            </a:r>
          </a:p>
          <a:p>
            <a:pPr marL="285750" indent="-28575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Monday to Saturday, 10:00 AM – 8:30 PM (closed on Sundays).</a:t>
            </a:r>
          </a:p>
          <a:p>
            <a:pPr marL="285750" indent="-28575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is fully managed by the owner alone, with no additional staff.</a:t>
            </a:r>
          </a:p>
          <a:p>
            <a:pPr marL="285750" indent="-28575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local customers through both walk-ins and appointments.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DDDB15-E529-238D-76CA-066C9C7F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980" y="1654958"/>
            <a:ext cx="3934408" cy="35480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FAA59-96E0-FDD8-247C-C56C567C56F1}"/>
              </a:ext>
            </a:extLst>
          </p:cNvPr>
          <p:cNvSpPr txBox="1"/>
          <p:nvPr/>
        </p:nvSpPr>
        <p:spPr>
          <a:xfrm>
            <a:off x="607784" y="1822964"/>
            <a:ext cx="2706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Profitability Despite Effort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5497D-F43D-7C71-4967-E22233D4AF71}"/>
              </a:ext>
            </a:extLst>
          </p:cNvPr>
          <p:cNvSpPr txBox="1"/>
          <p:nvPr/>
        </p:nvSpPr>
        <p:spPr>
          <a:xfrm>
            <a:off x="4745394" y="1822964"/>
            <a:ext cx="2701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New Customer Inflow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3C4F6-AD4B-42C3-50A0-A017EBAEC098}"/>
              </a:ext>
            </a:extLst>
          </p:cNvPr>
          <p:cNvSpPr txBox="1"/>
          <p:nvPr/>
        </p:nvSpPr>
        <p:spPr>
          <a:xfrm>
            <a:off x="9041363" y="1822964"/>
            <a:ext cx="2295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Customer Bargaining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DC786CA-F95D-9709-1220-159E92AEC479}"/>
              </a:ext>
            </a:extLst>
          </p:cNvPr>
          <p:cNvSpPr/>
          <p:nvPr/>
        </p:nvSpPr>
        <p:spPr>
          <a:xfrm>
            <a:off x="285879" y="1811886"/>
            <a:ext cx="373224" cy="35106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83BC548-F3B7-AA82-0E5A-04387F9A0410}"/>
              </a:ext>
            </a:extLst>
          </p:cNvPr>
          <p:cNvSpPr/>
          <p:nvPr/>
        </p:nvSpPr>
        <p:spPr>
          <a:xfrm>
            <a:off x="4558781" y="1800809"/>
            <a:ext cx="373225" cy="37322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D6CB578-BF5E-E8D0-1ADF-64180F7D01DE}"/>
              </a:ext>
            </a:extLst>
          </p:cNvPr>
          <p:cNvSpPr/>
          <p:nvPr/>
        </p:nvSpPr>
        <p:spPr>
          <a:xfrm>
            <a:off x="8770776" y="1811886"/>
            <a:ext cx="391886" cy="3883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DC85E2-B6A5-797C-577D-B11D3A42B3D8}"/>
              </a:ext>
            </a:extLst>
          </p:cNvPr>
          <p:cNvSpPr txBox="1"/>
          <p:nvPr/>
        </p:nvSpPr>
        <p:spPr>
          <a:xfrm>
            <a:off x="371021" y="2491450"/>
            <a:ext cx="3511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number of services delivered, but low average income per service.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much effort went into low priced services.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F71A2C-72A8-740F-15F3-BD91DCAB5A31}"/>
              </a:ext>
            </a:extLst>
          </p:cNvPr>
          <p:cNvSpPr txBox="1"/>
          <p:nvPr/>
        </p:nvSpPr>
        <p:spPr>
          <a:xfrm>
            <a:off x="4558781" y="2491450"/>
            <a:ext cx="33722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steady inflow of new customers.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depends mainly on repeat customers.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27BB19-3B54-005E-19D2-B9DFEF8E0FEF}"/>
              </a:ext>
            </a:extLst>
          </p:cNvPr>
          <p:cNvSpPr txBox="1"/>
          <p:nvPr/>
        </p:nvSpPr>
        <p:spPr>
          <a:xfrm>
            <a:off x="8752115" y="2491450"/>
            <a:ext cx="32753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Bargaining common in beauty services.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 to inconsistent pricing and revenue loss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FF48F2F-43DB-19CE-8F58-8A6DC3F5B1FD}"/>
              </a:ext>
            </a:extLst>
          </p:cNvPr>
          <p:cNvSpPr/>
          <p:nvPr/>
        </p:nvSpPr>
        <p:spPr>
          <a:xfrm>
            <a:off x="6382139" y="0"/>
            <a:ext cx="5819192" cy="6858000"/>
          </a:xfrm>
          <a:prstGeom prst="flowChartProcess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50D7C-605E-E49D-D827-EC2933A15E73}"/>
              </a:ext>
            </a:extLst>
          </p:cNvPr>
          <p:cNvSpPr txBox="1"/>
          <p:nvPr/>
        </p:nvSpPr>
        <p:spPr>
          <a:xfrm>
            <a:off x="1342667" y="0"/>
            <a:ext cx="11028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METHODOLOGY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A6842-2008-2072-CB85-DB24C9FBC260}"/>
              </a:ext>
            </a:extLst>
          </p:cNvPr>
          <p:cNvSpPr txBox="1"/>
          <p:nvPr/>
        </p:nvSpPr>
        <p:spPr>
          <a:xfrm>
            <a:off x="1250302" y="16981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3763B-AACF-69F0-9025-50DA760544D4}"/>
              </a:ext>
            </a:extLst>
          </p:cNvPr>
          <p:cNvSpPr txBox="1"/>
          <p:nvPr/>
        </p:nvSpPr>
        <p:spPr>
          <a:xfrm>
            <a:off x="259086" y="1043731"/>
            <a:ext cx="59342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records from business owner → digitised in Excel.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Beauty (Jul ’24 – Jun ’25), Tailoring (Feb – Jun ’25).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Invalid/missing entries clarified directly with owner.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→ 611 rows, 5 columns.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“Category” column to separate Beauty &amp; Tailoring.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Standardised inconsistent service names &amp; date formats.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Ensured separate analysis for Beauty vs Tailoring to avoid bias.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824F99-8F91-B99F-8778-BECCCB2FC199}"/>
              </a:ext>
            </a:extLst>
          </p:cNvPr>
          <p:cNvSpPr txBox="1"/>
          <p:nvPr/>
        </p:nvSpPr>
        <p:spPr>
          <a:xfrm>
            <a:off x="6465174" y="849085"/>
            <a:ext cx="55517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 (80/20) → Identified top revenue-driving services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focus on high-impact areas).</a:t>
            </a:r>
          </a:p>
          <a:p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 Analysis → New vs Repeat customer flow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detect stagnation or growth)</a:t>
            </a:r>
            <a:r>
              <a:rPr lang="en-IN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Segmentation → Customer type patterns (new vs repeat)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see loyalty vs acquisition).</a:t>
            </a:r>
          </a:p>
          <a:p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Behaviour Analysis → Highlighted undercharging &amp; bargaining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measure inconsistency in pricing).</a:t>
            </a:r>
          </a:p>
          <a:p>
            <a:endParaRPr lang="en-US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Loss Estimation → Quantified losses (₹32,000+ in beauty) </a:t>
            </a:r>
            <a:r>
              <a:rPr lang="en-US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show the financial impact clearly).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957" y="0"/>
            <a:ext cx="8148994" cy="535531"/>
          </a:xfrm>
        </p:spPr>
        <p:txBody>
          <a:bodyPr/>
          <a:lstStyle/>
          <a:p>
            <a:r>
              <a:rPr lang="en-US" dirty="0"/>
              <a:t>RESULTS AND FINDINGS -  Pareto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55EB04-A052-BC5B-0056-FC07CDFA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6" y="535530"/>
            <a:ext cx="4851919" cy="30194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226DE1-829C-FE2A-30A3-E54E95DD7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463" y="3648268"/>
            <a:ext cx="5144537" cy="32097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782640-07C7-85C6-D817-CCFF9A6E4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555" y="535531"/>
            <a:ext cx="1980974" cy="30194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F4865A-C512-507A-8E9D-12AE3CEE7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603" y="3648269"/>
            <a:ext cx="2372860" cy="320973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36844A-2A0C-E4C2-1FF4-EC5D7B9DB864}"/>
              </a:ext>
            </a:extLst>
          </p:cNvPr>
          <p:cNvSpPr txBox="1"/>
          <p:nvPr/>
        </p:nvSpPr>
        <p:spPr>
          <a:xfrm>
            <a:off x="7047463" y="535531"/>
            <a:ext cx="4914382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few services (Hair Coloring, Layer Cut, Golden Facial, Baby Shower Makeup, Bridal Makeup) contribute to the majority of revenue (~70–80%).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tail of services adds very little revenue.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evidence of 80/20 Rule: ~20% of services are driving ~80% of income.</a:t>
            </a:r>
          </a:p>
          <a:p>
            <a:endParaRPr lang="en-IN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B82AD8-81BB-8BC1-CF1B-03D1E461414A}"/>
              </a:ext>
            </a:extLst>
          </p:cNvPr>
          <p:cNvSpPr txBox="1"/>
          <p:nvPr/>
        </p:nvSpPr>
        <p:spPr>
          <a:xfrm>
            <a:off x="102636" y="3806890"/>
            <a:ext cx="4450703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Aari Blouse alone contributes ~30–35% of total tailoring revenue.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 with Blouse and Bridal Blouse, top 3 services contribute ~70% revenue.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tailoring services are much less significant in revenue share.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206" y="0"/>
            <a:ext cx="9397741" cy="535531"/>
          </a:xfrm>
        </p:spPr>
        <p:txBody>
          <a:bodyPr/>
          <a:lstStyle/>
          <a:p>
            <a:r>
              <a:rPr lang="en-IN" dirty="0"/>
              <a:t>Results and Findings – New Customer Inflow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D7DDC2-6F9E-30AF-C7F7-AC7B080DA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76" y="714157"/>
            <a:ext cx="5498436" cy="26817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672080-E632-912E-98D5-E69390B33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747" y="714157"/>
            <a:ext cx="5252730" cy="26817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3B419F0-D497-75F7-18E2-1653B3111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7" y="3597242"/>
            <a:ext cx="5498435" cy="27983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D9656A2-78EB-CCD4-6496-39C70877E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364" y="3606388"/>
            <a:ext cx="5273497" cy="27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39BD-0966-5EDF-B267-18A3BEAD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400" y="84133"/>
            <a:ext cx="11214100" cy="535531"/>
          </a:xfrm>
        </p:spPr>
        <p:txBody>
          <a:bodyPr/>
          <a:lstStyle/>
          <a:p>
            <a:r>
              <a:rPr lang="en-IN" dirty="0"/>
              <a:t>Results – Bargaining &amp; Revenue Loss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B1B5E9-5D0E-8393-357D-F68F0B8D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3EB8D-5933-AF05-A148-1367FB32A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90" y="717893"/>
            <a:ext cx="4584589" cy="2871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9EC9E5-DC32-7A63-2F4C-CF8BB70EE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507" y="717893"/>
            <a:ext cx="4608975" cy="2944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9DD50-C214-9F76-A9AB-01F31B1E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04" y="3908244"/>
            <a:ext cx="4608975" cy="28044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AADA25-A0F7-4A9D-96ED-EF6CBF7A80FF}"/>
              </a:ext>
            </a:extLst>
          </p:cNvPr>
          <p:cNvSpPr txBox="1"/>
          <p:nvPr/>
        </p:nvSpPr>
        <p:spPr>
          <a:xfrm>
            <a:off x="5675086" y="3760237"/>
            <a:ext cx="5780314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Beauty revenue → heavily repeat-driven, very few new customers contribute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Bargaining concentrated in routine beauty services (threading, coloring)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bargaining in beauty → ₹32,000+ revenue loss.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Tailoring mostly unaffected due to strict pricing.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77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D338-5E92-C82E-A2E8-51D10AF6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103604"/>
            <a:ext cx="11214100" cy="53553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and Recommendations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BD06F2-2CB3-8161-F45E-FF876E95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3D937-12CC-6986-E331-5C8837A3F995}"/>
              </a:ext>
            </a:extLst>
          </p:cNvPr>
          <p:cNvSpPr txBox="1"/>
          <p:nvPr/>
        </p:nvSpPr>
        <p:spPr>
          <a:xfrm>
            <a:off x="95509" y="839756"/>
            <a:ext cx="11818776" cy="593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Minimum Prices:</a:t>
            </a:r>
            <a:b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a base price for top bargained services like threading and coloring. This will reduce the ₹32K revenue loss and bring consistency in beauty service pricing.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Top Revenue Services:</a:t>
            </a:r>
            <a:b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and visibility on services like Hair Coloring, Aari Blouse, and Bridal Blouse. These few services already generate most of the revenue according to Pareto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Combo Packages:</a:t>
            </a:r>
            <a:b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low-priced but popular services such as threading + cleanup or facial + waxing. This increases billing value without adding extra workload on the owner.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 New Customers:</a:t>
            </a:r>
            <a:b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small first-time deals and promote entry services like threading and blouse stitching. This helps convert hesitant new customers and improve inflow.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7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High-Margin Services:</a:t>
            </a:r>
            <a:b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premium services at the top of the rate card or suggest them during consultations. Even a few extra bookings of these high-value services can steadily improve margins.</a:t>
            </a:r>
            <a:endParaRPr lang="en-IN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75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E6ED-0F4F-9CA9-CC81-A968F4B5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94" y="84494"/>
            <a:ext cx="5118100" cy="535531"/>
          </a:xfrm>
        </p:spPr>
        <p:txBody>
          <a:bodyPr/>
          <a:lstStyle/>
          <a:p>
            <a:r>
              <a:rPr lang="en-IN" dirty="0"/>
              <a:t>Conclusion and Next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C504C3-7CBF-E03B-51D1-C7BE6C1B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37CFD-5D7B-1793-BF5B-B273D45B9CB3}"/>
              </a:ext>
            </a:extLst>
          </p:cNvPr>
          <p:cNvSpPr txBox="1"/>
          <p:nvPr/>
        </p:nvSpPr>
        <p:spPr>
          <a:xfrm>
            <a:off x="164581" y="1502688"/>
            <a:ext cx="49206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revealed key gaps in profitability, customer inflow, and pricing control.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 showed a few top services drive ~70% of revenue, while many low-value services add little.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loss analysis highlighted ₹32K lost due to bargaining in beauty services.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like minimum pricing, combos, and focusing on top services provide clear actions.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is now better equipped to improve margins and attract new customers sustainably.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C918A-345A-427A-042A-AA2A7B8638B8}"/>
              </a:ext>
            </a:extLst>
          </p:cNvPr>
          <p:cNvSpPr txBox="1"/>
          <p:nvPr/>
        </p:nvSpPr>
        <p:spPr>
          <a:xfrm>
            <a:off x="441519" y="1003026"/>
            <a:ext cx="2183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79ACCC8F-7C9F-4300-24C6-7C5E3C8D803A}"/>
              </a:ext>
            </a:extLst>
          </p:cNvPr>
          <p:cNvSpPr/>
          <p:nvPr/>
        </p:nvSpPr>
        <p:spPr>
          <a:xfrm>
            <a:off x="6260840" y="0"/>
            <a:ext cx="5931159" cy="6858000"/>
          </a:xfrm>
          <a:prstGeom prst="flowChartProcess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EEBC8F-5948-825A-4A1B-3C63D9E50303}"/>
              </a:ext>
            </a:extLst>
          </p:cNvPr>
          <p:cNvSpPr txBox="1"/>
          <p:nvPr/>
        </p:nvSpPr>
        <p:spPr>
          <a:xfrm>
            <a:off x="6438122" y="1003026"/>
            <a:ext cx="180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9F894-9037-F1BB-D767-ECD2DF06BEF1}"/>
              </a:ext>
            </a:extLst>
          </p:cNvPr>
          <p:cNvSpPr txBox="1"/>
          <p:nvPr/>
        </p:nvSpPr>
        <p:spPr>
          <a:xfrm>
            <a:off x="6517432" y="1502688"/>
            <a:ext cx="51411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using a minimum price for top bargained services to stop revenue loss.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a promotional strategy – highlight popular services on WhatsApp, posters, and local groups to attract new customers.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combo offers (e.g., threading + cleanup, blouse + alteration) and see how customers respond.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a habit of noting data daily (services, amount, new/repeat) for better monthly tracking.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Slowly move towards digital records to make analysis easier in the future.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8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D2BC-81BA-8E2E-38ED-2268C868B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9981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581</TotalTime>
  <Words>893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</vt:lpstr>
      <vt:lpstr>Trade Gothic LT Pro</vt:lpstr>
      <vt:lpstr>Trebuchet MS</vt:lpstr>
      <vt:lpstr>Wingdings</vt:lpstr>
      <vt:lpstr>Office Theme</vt:lpstr>
      <vt:lpstr>  A Study on Improving Profitability and Customer Inflow in a Beauty and Tailoring Business</vt:lpstr>
      <vt:lpstr>ORGANISATION BACKGROUND</vt:lpstr>
      <vt:lpstr>PROBLEM STATEMENT</vt:lpstr>
      <vt:lpstr>PowerPoint Presentation</vt:lpstr>
      <vt:lpstr>RESULTS AND FINDINGS -  Pareto Analysis</vt:lpstr>
      <vt:lpstr>Results and Findings – New Customer Inflow</vt:lpstr>
      <vt:lpstr>Results – Bargaining &amp; Revenue Loss</vt:lpstr>
      <vt:lpstr>Interpretation and Recommendations </vt:lpstr>
      <vt:lpstr>Conclusion and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Evangeline Christina</dc:creator>
  <cp:lastModifiedBy>Evangeline Christina</cp:lastModifiedBy>
  <cp:revision>1</cp:revision>
  <dcterms:created xsi:type="dcterms:W3CDTF">2025-08-18T07:22:15Z</dcterms:created>
  <dcterms:modified xsi:type="dcterms:W3CDTF">2025-08-21T16:25:43Z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